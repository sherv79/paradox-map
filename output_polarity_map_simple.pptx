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4"/>
    <p:sldMasterId id="2147483677" r:id="rId5"/>
  </p:sldMasterIdLst>
  <p:notesMasterIdLst>
    <p:notesMasterId r:id="rId7"/>
  </p:notesMasterIdLst>
  <p:handoutMasterIdLst>
    <p:handoutMasterId r:id="rId8"/>
  </p:handoutMasterIdLst>
  <p:sldIdLst>
    <p:sldId id="2147477005" r:id="rId6"/>
  </p:sldIdLst>
  <p:sldSz cx="12192000" cy="6858000"/>
  <p:notesSz cx="6797675" cy="992822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och Cyril" initials="SC" lastIdx="1" clrIdx="0">
    <p:extLst>
      <p:ext uri="{19B8F6BF-5375-455C-9EA6-DF929625EA0E}">
        <p15:presenceInfo xmlns:p15="http://schemas.microsoft.com/office/powerpoint/2012/main" userId="S-1-5-21-2908198854-538845383-240637774-137318" providerId="AD"/>
      </p:ext>
    </p:extLst>
  </p:cmAuthor>
  <p:cmAuthor id="2" name="Meier Raphaela" initials="MR" lastIdx="1" clrIdx="1">
    <p:extLst>
      <p:ext uri="{19B8F6BF-5375-455C-9EA6-DF929625EA0E}">
        <p15:presenceInfo xmlns:p15="http://schemas.microsoft.com/office/powerpoint/2012/main" userId="S-1-5-21-2908198854-538845383-240637774-439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A4BC39"/>
    <a:srgbClr val="E0E7CE"/>
    <a:srgbClr val="EADDCE"/>
    <a:srgbClr val="B4D7A0"/>
    <a:srgbClr val="C7DFB0"/>
    <a:srgbClr val="78DEC8"/>
    <a:srgbClr val="FFFFFF"/>
    <a:srgbClr val="F6F6F6"/>
    <a:srgbClr val="764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5" autoAdjust="0"/>
    <p:restoredTop sz="94930" autoAdjust="0"/>
  </p:normalViewPr>
  <p:slideViewPr>
    <p:cSldViewPr snapToGrid="0" showGuides="1">
      <p:cViewPr varScale="1">
        <p:scale>
          <a:sx n="103" d="100"/>
          <a:sy n="103" d="100"/>
        </p:scale>
        <p:origin x="138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CDAE72-F0F0-4DC9-925C-E19F3E161A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356412-D955-4B83-B685-59CE6C80C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7ADD5588-BCF2-40FE-8A3B-36E9EAD3703B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4B5D4-180D-4D92-A143-2DBE61B26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56B384-0597-428E-A706-1327F1A9C1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BA61501E-CE83-4C54-93BC-1BE55A189F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373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2D0F67DE-56A6-4A8F-ACF6-9B5458C10BEE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54A77E11-AC66-43BB-AF26-A8DD5D660E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8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microsoft.com/office/2007/relationships/hdphoto" Target="../media/hdphoto2.wdp"/><Relationship Id="rId5" Type="http://schemas.openxmlformats.org/officeDocument/2006/relationships/image" Target="../media/image16.png"/><Relationship Id="rId6" Type="http://schemas.microsoft.com/office/2007/relationships/hdphoto" Target="../media/hdphoto3.wdp"/><Relationship Id="rId7" Type="http://schemas.microsoft.com/office/2007/relationships/hdphoto" Target="../media/hdphoto4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microsoft.com/office/2007/relationships/hdphoto" Target="../media/hdphoto2.wdp"/><Relationship Id="rId5" Type="http://schemas.openxmlformats.org/officeDocument/2006/relationships/image" Target="../media/image16.png"/><Relationship Id="rId6" Type="http://schemas.microsoft.com/office/2007/relationships/hdphoto" Target="../media/hdphoto3.wdp"/><Relationship Id="rId7" Type="http://schemas.microsoft.com/office/2007/relationships/hdphoto" Target="../media/hdphoto4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247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373418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77747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803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75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491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693371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218886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3731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2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8014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emf"/><Relationship Id="rId12" Type="http://schemas.openxmlformats.org/officeDocument/2006/relationships/image" Target="../media/image3.emf"/><Relationship Id="rId13" Type="http://schemas.openxmlformats.org/officeDocument/2006/relationships/image" Target="../media/image4.emf"/><Relationship Id="rId14" Type="http://schemas.openxmlformats.org/officeDocument/2006/relationships/image" Target="../media/image5.emf"/><Relationship Id="rId15" Type="http://schemas.openxmlformats.org/officeDocument/2006/relationships/image" Target="../media/image6.emf"/><Relationship Id="rId16" Type="http://schemas.openxmlformats.org/officeDocument/2006/relationships/image" Target="../media/image7.emf"/><Relationship Id="rId17" Type="http://schemas.openxmlformats.org/officeDocument/2006/relationships/image" Target="../media/image8.pn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image" Target="../media/image12.emf"/><Relationship Id="rId22" Type="http://schemas.openxmlformats.org/officeDocument/2006/relationships/image" Target="../media/image13.emf"/><Relationship Id="rId23" Type="http://schemas.openxmlformats.org/officeDocument/2006/relationships/image" Target="../media/image14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emf"/><Relationship Id="rId12" Type="http://schemas.openxmlformats.org/officeDocument/2006/relationships/image" Target="../media/image3.emf"/><Relationship Id="rId13" Type="http://schemas.openxmlformats.org/officeDocument/2006/relationships/image" Target="../media/image4.emf"/><Relationship Id="rId14" Type="http://schemas.openxmlformats.org/officeDocument/2006/relationships/image" Target="../media/image5.emf"/><Relationship Id="rId15" Type="http://schemas.openxmlformats.org/officeDocument/2006/relationships/image" Target="../media/image6.emf"/><Relationship Id="rId16" Type="http://schemas.openxmlformats.org/officeDocument/2006/relationships/image" Target="../media/image7.emf"/><Relationship Id="rId17" Type="http://schemas.openxmlformats.org/officeDocument/2006/relationships/image" Target="../media/image8.pn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image" Target="../media/image12.emf"/><Relationship Id="rId22" Type="http://schemas.openxmlformats.org/officeDocument/2006/relationships/image" Target="../media/image13.emf"/><Relationship Id="rId23" Type="http://schemas.openxmlformats.org/officeDocument/2006/relationships/image" Target="../media/image1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78951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5" r:id="rId3"/>
    <p:sldLayoutId id="2147483673" r:id="rId4"/>
    <p:sldLayoutId id="2147483674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8210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39CF04A-4786-5B63-0271-1059708604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73D758-5615-6C9C-422C-C8C77C7DAB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A0A9A5-FB2F-AE3C-0950-90AFDE1B4D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2F991F-9105-83C8-C493-ED5DB74002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69A9D6B-CCAF-AE22-75E6-DBD5719155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BB7B6F4-7E13-8BBE-6759-39178F70C8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908C5E8-8DC3-96B6-8F09-981459D92A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52BE246-9F8B-E6BE-4F9D-8611410349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  <a:p>
            <a:pPr lvl="0">
              <a:buAutoNum type="arabicPeriod"/>
            </a:pPr>
            <a:r>
              <a:rPr lang="de-DE" dirty="0" sz="11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2477685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31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3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AD2DA40B50D7B4296E107ED54861C11" ma:contentTypeVersion="10" ma:contentTypeDescription="Ein neues Dokument erstellen." ma:contentTypeScope="" ma:versionID="0cf6365f1461275636adc08cc8c2bda2">
  <xsd:schema xmlns:xsd="http://www.w3.org/2001/XMLSchema" xmlns:xs="http://www.w3.org/2001/XMLSchema" xmlns:p="http://schemas.microsoft.com/office/2006/metadata/properties" xmlns:ns3="2f440e52-afa7-4eff-abb3-aac605e6c0f8" xmlns:ns4="0957cc03-33fa-46d1-a827-606688540605" targetNamespace="http://schemas.microsoft.com/office/2006/metadata/properties" ma:root="true" ma:fieldsID="8925479bb59cfd4738bd52ff79264e5d" ns3:_="" ns4:_="">
    <xsd:import namespace="2f440e52-afa7-4eff-abb3-aac605e6c0f8"/>
    <xsd:import namespace="0957cc03-33fa-46d1-a827-6066885406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40e52-afa7-4eff-abb3-aac605e6c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7cc03-33fa-46d1-a827-606688540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F9BA82-9E46-4CCB-9AB0-02D700E142CA}">
  <ds:schemaRefs>
    <ds:schemaRef ds:uri="http://schemas.microsoft.com/office/infopath/2007/PartnerControls"/>
    <ds:schemaRef ds:uri="http://www.w3.org/XML/1998/namespace"/>
    <ds:schemaRef ds:uri="http://purl.org/dc/terms/"/>
    <ds:schemaRef ds:uri="2f440e52-afa7-4eff-abb3-aac605e6c0f8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0957cc03-33fa-46d1-a827-60668854060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2238F00-6598-42FB-ACDF-E1325E2786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469E2C-04AB-447F-A0F8-7F1D2C3A9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440e52-afa7-4eff-abb3-aac605e6c0f8"/>
    <ds:schemaRef ds:uri="0957cc03-33fa-46d1-a827-606688540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Folienvorlage_osb_PowerPoint_16x9_mit_Platzhaltern_200422</Template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Times New Roman</vt:lpstr>
      <vt:lpstr>Office</vt:lpstr>
      <vt:lpstr>1_Office</vt:lpstr>
      <vt:lpstr>think-cell Folie</vt:lpstr>
      <vt:lpstr>PowerPoint-Präsentation</vt:lpstr>
    </vt:vector>
  </TitlesOfParts>
  <Company>osb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</dc:title>
  <dc:creator>abe</dc:creator>
  <cp:lastModifiedBy>Shervin Schumacher</cp:lastModifiedBy>
  <cp:revision>1693</cp:revision>
  <cp:lastPrinted>2023-06-05T11:31:13Z</cp:lastPrinted>
  <dcterms:created xsi:type="dcterms:W3CDTF">2020-05-26T10:23:24Z</dcterms:created>
  <dcterms:modified xsi:type="dcterms:W3CDTF">2026-03-24T01:35:46Z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0x010100CAD2DA40B50D7B4296E107ED54861C11</vt:lpwstr>
  </property>
</Properties>
</file>